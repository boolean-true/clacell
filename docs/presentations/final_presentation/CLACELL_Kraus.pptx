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IBCSIANrtktTuHaTdfDfF317k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de-DE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45b3e139_0_11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f645b3e139_0_1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645b3e139_0_1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45b3e139_0_4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f645b3e139_0_4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645b3e139_0_4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645b3e139_0_22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3f645b3e139_0_22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645b3e139_0_22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45b3e139_0_3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f645b3e139_0_3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645b3e139_0_3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de-DE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bild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" type="subTitle"/>
          </p:nvPr>
        </p:nvSpPr>
        <p:spPr>
          <a:xfrm>
            <a:off x="518400" y="1631160"/>
            <a:ext cx="11157480" cy="456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folie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idx="11" type="ftr"/>
          </p:nvPr>
        </p:nvSpPr>
        <p:spPr>
          <a:xfrm>
            <a:off x="518400" y="6634800"/>
            <a:ext cx="54694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5" name="Google Shape;175;p17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9FB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4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1" name="Google Shape;11;p14"/>
            <p:cNvCxnSpPr/>
            <p:nvPr/>
          </p:nvCxnSpPr>
          <p:spPr>
            <a:xfrm>
              <a:off x="-390240" y="296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2" name="Google Shape;12;p14"/>
            <p:cNvSpPr/>
            <p:nvPr/>
          </p:nvSpPr>
          <p:spPr>
            <a:xfrm>
              <a:off x="-352440" y="160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13;p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4" name="Google Shape;14;p14"/>
            <p:cNvCxnSpPr/>
            <p:nvPr/>
          </p:nvCxnSpPr>
          <p:spPr>
            <a:xfrm>
              <a:off x="-390240" y="1268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5" name="Google Shape;15;p14"/>
            <p:cNvSpPr/>
            <p:nvPr/>
          </p:nvSpPr>
          <p:spPr>
            <a:xfrm>
              <a:off x="-352440" y="113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4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7" name="Google Shape;17;p14"/>
            <p:cNvCxnSpPr/>
            <p:nvPr/>
          </p:nvCxnSpPr>
          <p:spPr>
            <a:xfrm>
              <a:off x="-390240" y="1628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8" name="Google Shape;18;p14"/>
            <p:cNvSpPr/>
            <p:nvPr/>
          </p:nvSpPr>
          <p:spPr>
            <a:xfrm>
              <a:off x="-352440" y="149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14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20" name="Google Shape;20;p14"/>
            <p:cNvCxnSpPr/>
            <p:nvPr/>
          </p:nvCxnSpPr>
          <p:spPr>
            <a:xfrm>
              <a:off x="-390240" y="342900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1" name="Google Shape;21;p14"/>
            <p:cNvSpPr/>
            <p:nvPr/>
          </p:nvSpPr>
          <p:spPr>
            <a:xfrm>
              <a:off x="-352440" y="3292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14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23" name="Google Shape;23;p14"/>
            <p:cNvCxnSpPr/>
            <p:nvPr/>
          </p:nvCxnSpPr>
          <p:spPr>
            <a:xfrm>
              <a:off x="-390240" y="6200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4" name="Google Shape;24;p14"/>
            <p:cNvSpPr/>
            <p:nvPr/>
          </p:nvSpPr>
          <p:spPr>
            <a:xfrm>
              <a:off x="-352440" y="6063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14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26" name="Google Shape;26;p14"/>
            <p:cNvCxnSpPr/>
            <p:nvPr/>
          </p:nvCxnSpPr>
          <p:spPr>
            <a:xfrm>
              <a:off x="-390240" y="6632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7" name="Google Shape;27;p14"/>
            <p:cNvSpPr/>
            <p:nvPr/>
          </p:nvSpPr>
          <p:spPr>
            <a:xfrm>
              <a:off x="-352440" y="6495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14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29" name="Google Shape;29;p14"/>
            <p:cNvCxnSpPr/>
            <p:nvPr/>
          </p:nvCxnSpPr>
          <p:spPr>
            <a:xfrm flipH="1" rot="10800000">
              <a:off x="51660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30" name="Google Shape;30;p14"/>
            <p:cNvSpPr/>
            <p:nvPr/>
          </p:nvSpPr>
          <p:spPr>
            <a:xfrm rot="-5400000">
              <a:off x="31860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14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32" name="Google Shape;32;p14"/>
            <p:cNvCxnSpPr/>
            <p:nvPr/>
          </p:nvCxnSpPr>
          <p:spPr>
            <a:xfrm flipH="1" rot="10800000">
              <a:off x="5987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33" name="Google Shape;33;p14"/>
            <p:cNvSpPr/>
            <p:nvPr/>
          </p:nvSpPr>
          <p:spPr>
            <a:xfrm rot="-5400000">
              <a:off x="57898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34;p14"/>
          <p:cNvGrpSpPr/>
          <p:nvPr/>
        </p:nvGrpSpPr>
        <p:grpSpPr>
          <a:xfrm>
            <a:off x="6203880" y="-397080"/>
            <a:ext cx="133920" cy="333720"/>
            <a:chOff x="6203880" y="-397080"/>
            <a:chExt cx="133920" cy="333720"/>
          </a:xfrm>
        </p:grpSpPr>
        <p:cxnSp>
          <p:nvCxnSpPr>
            <p:cNvPr id="35" name="Google Shape;35;p14"/>
            <p:cNvCxnSpPr/>
            <p:nvPr/>
          </p:nvCxnSpPr>
          <p:spPr>
            <a:xfrm flipH="1" rot="10800000">
              <a:off x="6203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36" name="Google Shape;36;p14"/>
            <p:cNvSpPr/>
            <p:nvPr/>
          </p:nvSpPr>
          <p:spPr>
            <a:xfrm rot="-5400000">
              <a:off x="61426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37;p14"/>
          <p:cNvCxnSpPr/>
          <p:nvPr/>
        </p:nvCxnSpPr>
        <p:spPr>
          <a:xfrm flipH="1" rot="10800000">
            <a:off x="6095880" y="-397080"/>
            <a:ext cx="360" cy="33372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grpSp>
        <p:nvGrpSpPr>
          <p:cNvPr id="38" name="Google Shape;38;p14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39" name="Google Shape;39;p14"/>
            <p:cNvCxnSpPr/>
            <p:nvPr/>
          </p:nvCxnSpPr>
          <p:spPr>
            <a:xfrm flipH="1" rot="10800000">
              <a:off x="1168236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40" name="Google Shape;40;p14"/>
            <p:cNvSpPr/>
            <p:nvPr/>
          </p:nvSpPr>
          <p:spPr>
            <a:xfrm rot="-5400000">
              <a:off x="1148436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0" y="1628640"/>
            <a:ext cx="12191760" cy="5229000"/>
          </a:xfrm>
          <a:prstGeom prst="rect">
            <a:avLst/>
          </a:prstGeom>
          <a:gradFill>
            <a:gsLst>
              <a:gs pos="0">
                <a:srgbClr val="8C9FB1"/>
              </a:gs>
              <a:gs pos="5000">
                <a:srgbClr val="8C9FB1"/>
              </a:gs>
              <a:gs pos="50000">
                <a:srgbClr val="8C9FB1">
                  <a:alpha val="50196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540000" spcFirstLastPara="1" rIns="0" wrap="square" tIns="11880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2" type="body"/>
          </p:nvPr>
        </p:nvSpPr>
        <p:spPr>
          <a:xfrm>
            <a:off x="0" y="1628640"/>
            <a:ext cx="12191760" cy="52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type="title"/>
          </p:nvPr>
        </p:nvSpPr>
        <p:spPr>
          <a:xfrm>
            <a:off x="520200" y="2913840"/>
            <a:ext cx="4979160" cy="103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4"/>
          <p:cNvSpPr/>
          <p:nvPr/>
        </p:nvSpPr>
        <p:spPr>
          <a:xfrm>
            <a:off x="518400" y="1196640"/>
            <a:ext cx="11675880" cy="7164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txBody>
          <a:bodyPr anchorCtr="0" anchor="ctr" bIns="27000" lIns="90000" spcFirstLastPara="1" rIns="90000" wrap="square" tIns="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14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46" name="Google Shape;46;p14"/>
            <p:cNvCxnSpPr/>
            <p:nvPr/>
          </p:nvCxnSpPr>
          <p:spPr>
            <a:xfrm>
              <a:off x="-390240" y="296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47" name="Google Shape;47;p14"/>
            <p:cNvSpPr/>
            <p:nvPr/>
          </p:nvSpPr>
          <p:spPr>
            <a:xfrm>
              <a:off x="-352440" y="160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49" name="Google Shape;49;p14"/>
            <p:cNvCxnSpPr/>
            <p:nvPr/>
          </p:nvCxnSpPr>
          <p:spPr>
            <a:xfrm>
              <a:off x="-390240" y="1268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50" name="Google Shape;50;p14"/>
            <p:cNvSpPr/>
            <p:nvPr/>
          </p:nvSpPr>
          <p:spPr>
            <a:xfrm>
              <a:off x="-352440" y="113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14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52" name="Google Shape;52;p14"/>
            <p:cNvCxnSpPr/>
            <p:nvPr/>
          </p:nvCxnSpPr>
          <p:spPr>
            <a:xfrm>
              <a:off x="-390240" y="1628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53" name="Google Shape;53;p14"/>
            <p:cNvSpPr/>
            <p:nvPr/>
          </p:nvSpPr>
          <p:spPr>
            <a:xfrm>
              <a:off x="-352440" y="149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54;p14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-390240" y="342900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56" name="Google Shape;56;p14"/>
            <p:cNvSpPr/>
            <p:nvPr/>
          </p:nvSpPr>
          <p:spPr>
            <a:xfrm>
              <a:off x="-352440" y="3292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14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58" name="Google Shape;58;p14"/>
            <p:cNvCxnSpPr/>
            <p:nvPr/>
          </p:nvCxnSpPr>
          <p:spPr>
            <a:xfrm>
              <a:off x="-390240" y="6200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59" name="Google Shape;59;p14"/>
            <p:cNvSpPr/>
            <p:nvPr/>
          </p:nvSpPr>
          <p:spPr>
            <a:xfrm>
              <a:off x="-352440" y="6063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-390240" y="6632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62" name="Google Shape;62;p14"/>
            <p:cNvSpPr/>
            <p:nvPr/>
          </p:nvSpPr>
          <p:spPr>
            <a:xfrm>
              <a:off x="-352440" y="6495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64" name="Google Shape;64;p14"/>
            <p:cNvCxnSpPr/>
            <p:nvPr/>
          </p:nvCxnSpPr>
          <p:spPr>
            <a:xfrm flipH="1" rot="10800000">
              <a:off x="51660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65" name="Google Shape;65;p14"/>
            <p:cNvSpPr/>
            <p:nvPr/>
          </p:nvSpPr>
          <p:spPr>
            <a:xfrm rot="-5400000">
              <a:off x="31860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67" name="Google Shape;67;p14"/>
            <p:cNvCxnSpPr/>
            <p:nvPr/>
          </p:nvCxnSpPr>
          <p:spPr>
            <a:xfrm flipH="1" rot="10800000">
              <a:off x="5987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68" name="Google Shape;68;p14"/>
            <p:cNvSpPr/>
            <p:nvPr/>
          </p:nvSpPr>
          <p:spPr>
            <a:xfrm rot="-5400000">
              <a:off x="57898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6203880" y="-397080"/>
            <a:ext cx="133920" cy="333720"/>
            <a:chOff x="6203880" y="-397080"/>
            <a:chExt cx="133920" cy="333720"/>
          </a:xfrm>
        </p:grpSpPr>
        <p:cxnSp>
          <p:nvCxnSpPr>
            <p:cNvPr id="70" name="Google Shape;70;p14"/>
            <p:cNvCxnSpPr/>
            <p:nvPr/>
          </p:nvCxnSpPr>
          <p:spPr>
            <a:xfrm flipH="1" rot="10800000">
              <a:off x="6203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71" name="Google Shape;71;p14"/>
            <p:cNvSpPr/>
            <p:nvPr/>
          </p:nvSpPr>
          <p:spPr>
            <a:xfrm rot="-5400000">
              <a:off x="61426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72;p14"/>
          <p:cNvCxnSpPr/>
          <p:nvPr/>
        </p:nvCxnSpPr>
        <p:spPr>
          <a:xfrm flipH="1" rot="10800000">
            <a:off x="6095880" y="-397080"/>
            <a:ext cx="360" cy="33372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grpSp>
        <p:nvGrpSpPr>
          <p:cNvPr id="73" name="Google Shape;73;p14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74" name="Google Shape;74;p14"/>
            <p:cNvCxnSpPr/>
            <p:nvPr/>
          </p:nvCxnSpPr>
          <p:spPr>
            <a:xfrm flipH="1" rot="10800000">
              <a:off x="1168236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75" name="Google Shape;75;p14"/>
            <p:cNvSpPr/>
            <p:nvPr/>
          </p:nvSpPr>
          <p:spPr>
            <a:xfrm rot="-5400000">
              <a:off x="1148436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510480" y="293040"/>
            <a:ext cx="2387880" cy="300960"/>
            <a:chOff x="510480" y="293040"/>
            <a:chExt cx="2387880" cy="300960"/>
          </a:xfrm>
        </p:grpSpPr>
        <p:sp>
          <p:nvSpPr>
            <p:cNvPr id="77" name="Google Shape;77;p14"/>
            <p:cNvSpPr/>
            <p:nvPr/>
          </p:nvSpPr>
          <p:spPr>
            <a:xfrm>
              <a:off x="519120" y="299160"/>
              <a:ext cx="71640" cy="114120"/>
            </a:xfrm>
            <a:custGeom>
              <a:rect b="b" l="l" r="r" t="t"/>
              <a:pathLst>
                <a:path extrusionOk="0" h="369569" w="23240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02280" y="329040"/>
              <a:ext cx="49320" cy="84240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666000" y="294120"/>
              <a:ext cx="24120" cy="118800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708120" y="32904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800280" y="293040"/>
              <a:ext cx="76680" cy="122400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902880" y="329040"/>
              <a:ext cx="49320" cy="84240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966240" y="294120"/>
              <a:ext cx="24120" cy="118800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009080" y="328680"/>
              <a:ext cx="69120" cy="86400"/>
            </a:xfrm>
            <a:custGeom>
              <a:rect b="b" l="l" r="r" t="t"/>
              <a:pathLst>
                <a:path extrusionOk="0" h="280034" w="224789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1095120" y="293040"/>
              <a:ext cx="70920" cy="120240"/>
            </a:xfrm>
            <a:custGeom>
              <a:rect b="b" l="l" r="r" t="t"/>
              <a:pathLst>
                <a:path extrusionOk="0" h="389572" w="22955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1188360" y="353880"/>
              <a:ext cx="39960" cy="18000"/>
            </a:xfrm>
            <a:custGeom>
              <a:rect b="b" l="l" r="r" t="t"/>
              <a:pathLst>
                <a:path extrusionOk="0" h="59055" w="130492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1239120" y="299160"/>
              <a:ext cx="105840" cy="113760"/>
            </a:xfrm>
            <a:custGeom>
              <a:rect b="b" l="l" r="r" t="t"/>
              <a:pathLst>
                <a:path extrusionOk="0" h="368617" w="34290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362600" y="293040"/>
              <a:ext cx="18720" cy="119880"/>
            </a:xfrm>
            <a:custGeom>
              <a:rect b="b" l="l" r="r" t="t"/>
              <a:pathLst>
                <a:path extrusionOk="0" h="388620" w="61912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402200" y="32904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1488240" y="330840"/>
              <a:ext cx="78840" cy="82080"/>
            </a:xfrm>
            <a:custGeom>
              <a:rect b="b" l="l" r="r" t="t"/>
              <a:pathLst>
                <a:path extrusionOk="0" h="266700" w="255269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7425" lIns="90000" spcFirstLastPara="1" rIns="90000" wrap="square" tIns="37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577520" y="329040"/>
              <a:ext cx="69480" cy="86040"/>
            </a:xfrm>
            <a:custGeom>
              <a:rect b="b" l="l" r="r" t="t"/>
              <a:pathLst>
                <a:path extrusionOk="0" h="279082" w="225759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1671840" y="329040"/>
              <a:ext cx="70920" cy="84240"/>
            </a:xfrm>
            <a:custGeom>
              <a:rect b="b" l="l" r="r" t="t"/>
              <a:pathLst>
                <a:path extrusionOk="0" h="273367" w="229552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1763280" y="293040"/>
              <a:ext cx="76680" cy="122400"/>
            </a:xfrm>
            <a:custGeom>
              <a:rect b="b" l="l" r="r" t="t"/>
              <a:pathLst>
                <a:path extrusionOk="0" h="396239" w="248602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861200" y="32904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958400" y="329040"/>
              <a:ext cx="49320" cy="84240"/>
            </a:xfrm>
            <a:custGeom>
              <a:rect b="b" l="l" r="r" t="t"/>
              <a:pathLst>
                <a:path extrusionOk="0" h="272657" w="16002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019960" y="353880"/>
              <a:ext cx="39960" cy="18000"/>
            </a:xfrm>
            <a:custGeom>
              <a:rect b="b" l="l" r="r" t="t"/>
              <a:pathLst>
                <a:path extrusionOk="0" h="59055" w="130492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2085120" y="299160"/>
              <a:ext cx="88920" cy="115920"/>
            </a:xfrm>
            <a:custGeom>
              <a:rect b="b" l="l" r="r" t="t"/>
              <a:pathLst>
                <a:path extrusionOk="0" h="375284" w="288607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2200320" y="329040"/>
              <a:ext cx="70560" cy="84240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2292840" y="294120"/>
              <a:ext cx="24120" cy="118800"/>
            </a:xfrm>
            <a:custGeom>
              <a:rect b="b" l="l" r="r" t="t"/>
              <a:pathLst>
                <a:path extrusionOk="0" h="384810" w="79057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331000" y="331200"/>
              <a:ext cx="79920" cy="82080"/>
            </a:xfrm>
            <a:custGeom>
              <a:rect b="b" l="l" r="r" t="t"/>
              <a:pathLst>
                <a:path extrusionOk="0" h="266700" w="259079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7425" lIns="90000" spcFirstLastPara="1" rIns="90000" wrap="square" tIns="37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2420280" y="32904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2517120" y="329040"/>
              <a:ext cx="49320" cy="84240"/>
            </a:xfrm>
            <a:custGeom>
              <a:rect b="b" l="l" r="r" t="t"/>
              <a:pathLst>
                <a:path extrusionOk="0" h="272657" w="160019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575800" y="328680"/>
              <a:ext cx="63360" cy="86400"/>
            </a:xfrm>
            <a:custGeom>
              <a:rect b="b" l="l" r="r" t="t"/>
              <a:pathLst>
                <a:path extrusionOk="0" h="280034" w="205739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2657520" y="294120"/>
              <a:ext cx="24120" cy="118800"/>
            </a:xfrm>
            <a:custGeom>
              <a:rect b="b" l="l" r="r" t="t"/>
              <a:pathLst>
                <a:path extrusionOk="0" h="384810" w="79057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2696040" y="304560"/>
              <a:ext cx="51120" cy="110520"/>
            </a:xfrm>
            <a:custGeom>
              <a:rect b="b" l="l" r="r" t="t"/>
              <a:pathLst>
                <a:path extrusionOk="0" h="358139" w="165735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2762280" y="295920"/>
              <a:ext cx="69480" cy="119520"/>
            </a:xfrm>
            <a:custGeom>
              <a:rect b="b" l="l" r="r" t="t"/>
              <a:pathLst>
                <a:path extrusionOk="0" h="386714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2847240" y="304560"/>
              <a:ext cx="51120" cy="110520"/>
            </a:xfrm>
            <a:custGeom>
              <a:rect b="b" l="l" r="r" t="t"/>
              <a:pathLst>
                <a:path extrusionOk="0" h="358139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510480" y="478080"/>
              <a:ext cx="84960" cy="113760"/>
            </a:xfrm>
            <a:custGeom>
              <a:rect b="b" l="l" r="r" t="t"/>
              <a:pathLst>
                <a:path extrusionOk="0" h="368617" w="275272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596520" y="50760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88680" y="507240"/>
              <a:ext cx="69120" cy="86400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775080" y="471600"/>
              <a:ext cx="70560" cy="120240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870480" y="507600"/>
              <a:ext cx="70560" cy="84240"/>
            </a:xfrm>
            <a:custGeom>
              <a:rect b="b" l="l" r="r" t="t"/>
              <a:pathLst>
                <a:path extrusionOk="0" h="273367" w="22860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63360" y="472680"/>
              <a:ext cx="24120" cy="118800"/>
            </a:xfrm>
            <a:custGeom>
              <a:rect b="b" l="l" r="r" t="t"/>
              <a:pathLst>
                <a:path extrusionOk="0" h="384809" w="79057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1002600" y="507240"/>
              <a:ext cx="63360" cy="86400"/>
            </a:xfrm>
            <a:custGeom>
              <a:rect b="b" l="l" r="r" t="t"/>
              <a:pathLst>
                <a:path extrusionOk="0" h="280035" w="20574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1082160" y="507240"/>
              <a:ext cx="69120" cy="86400"/>
            </a:xfrm>
            <a:custGeom>
              <a:rect b="b" l="l" r="r" t="t"/>
              <a:pathLst>
                <a:path extrusionOk="0" h="280035" w="22479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168560" y="471600"/>
              <a:ext cx="70560" cy="120240"/>
            </a:xfrm>
            <a:custGeom>
              <a:rect b="b" l="l" r="r" t="t"/>
              <a:pathLst>
                <a:path extrusionOk="0" h="389572" w="22860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1259280" y="507600"/>
              <a:ext cx="74880" cy="86040"/>
            </a:xfrm>
            <a:custGeom>
              <a:rect b="b" l="l" r="r" t="t"/>
              <a:pathLst>
                <a:path extrusionOk="0" h="279082" w="242887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405080" y="478080"/>
              <a:ext cx="71280" cy="113760"/>
            </a:xfrm>
            <a:custGeom>
              <a:rect b="b" l="l" r="r" t="t"/>
              <a:pathLst>
                <a:path extrusionOk="0" h="368617" w="23145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480320" y="507600"/>
              <a:ext cx="69840" cy="86040"/>
            </a:xfrm>
            <a:custGeom>
              <a:rect b="b" l="l" r="r" t="t"/>
              <a:pathLst>
                <a:path extrusionOk="0" h="279082" w="226694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1575000" y="471600"/>
              <a:ext cx="72360" cy="120240"/>
            </a:xfrm>
            <a:custGeom>
              <a:rect b="b" l="l" r="r" t="t"/>
              <a:pathLst>
                <a:path extrusionOk="0" h="389572" w="234314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1661760" y="509760"/>
              <a:ext cx="70920" cy="84240"/>
            </a:xfrm>
            <a:custGeom>
              <a:rect b="b" l="l" r="r" t="t"/>
              <a:pathLst>
                <a:path extrusionOk="0" h="273367" w="229552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1757880" y="471240"/>
              <a:ext cx="18720" cy="120240"/>
            </a:xfrm>
            <a:custGeom>
              <a:rect b="b" l="l" r="r" t="t"/>
              <a:pathLst>
                <a:path extrusionOk="0" h="389572" w="6191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1794240" y="483120"/>
              <a:ext cx="51120" cy="110520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1860480" y="474120"/>
              <a:ext cx="69480" cy="119520"/>
            </a:xfrm>
            <a:custGeom>
              <a:rect b="b" l="l" r="r" t="t"/>
              <a:pathLst>
                <a:path extrusionOk="0" h="386715" w="225742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1945440" y="483120"/>
              <a:ext cx="51120" cy="110520"/>
            </a:xfrm>
            <a:custGeom>
              <a:rect b="b" l="l" r="r" t="t"/>
              <a:pathLst>
                <a:path extrusionOk="0" h="358140" w="165734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4"/>
          <p:cNvSpPr/>
          <p:nvPr/>
        </p:nvSpPr>
        <p:spPr>
          <a:xfrm>
            <a:off x="10272960" y="300600"/>
            <a:ext cx="1403640" cy="535680"/>
          </a:xfrm>
          <a:custGeom>
            <a:rect b="b" l="l" r="r" t="t"/>
            <a:pathLst>
              <a:path extrusionOk="0" h="556225" w="1456912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518400" y="1196640"/>
            <a:ext cx="11675880" cy="7164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27000" lIns="90000" spcFirstLastPara="1" rIns="90000" wrap="square" tIns="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17320" y="6538680"/>
            <a:ext cx="11674440" cy="1044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6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34" name="Google Shape;134;p16"/>
            <p:cNvCxnSpPr/>
            <p:nvPr/>
          </p:nvCxnSpPr>
          <p:spPr>
            <a:xfrm>
              <a:off x="-390240" y="296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35" name="Google Shape;135;p16"/>
            <p:cNvSpPr/>
            <p:nvPr/>
          </p:nvSpPr>
          <p:spPr>
            <a:xfrm>
              <a:off x="-352440" y="160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08,70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37" name="Google Shape;137;p16"/>
            <p:cNvCxnSpPr/>
            <p:nvPr/>
          </p:nvCxnSpPr>
          <p:spPr>
            <a:xfrm>
              <a:off x="-390240" y="1268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38" name="Google Shape;138;p16"/>
            <p:cNvSpPr/>
            <p:nvPr/>
          </p:nvSpPr>
          <p:spPr>
            <a:xfrm>
              <a:off x="-352440" y="113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06,00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40" name="Google Shape;140;p16"/>
            <p:cNvCxnSpPr/>
            <p:nvPr/>
          </p:nvCxnSpPr>
          <p:spPr>
            <a:xfrm>
              <a:off x="-390240" y="1628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41" name="Google Shape;141;p16"/>
            <p:cNvSpPr/>
            <p:nvPr/>
          </p:nvSpPr>
          <p:spPr>
            <a:xfrm>
              <a:off x="-352440" y="1491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05,00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43" name="Google Shape;143;p16"/>
            <p:cNvCxnSpPr/>
            <p:nvPr/>
          </p:nvCxnSpPr>
          <p:spPr>
            <a:xfrm>
              <a:off x="-390240" y="342900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44" name="Google Shape;144;p16"/>
            <p:cNvSpPr/>
            <p:nvPr/>
          </p:nvSpPr>
          <p:spPr>
            <a:xfrm>
              <a:off x="-352440" y="329220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00,00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46" name="Google Shape;146;p16"/>
            <p:cNvCxnSpPr/>
            <p:nvPr/>
          </p:nvCxnSpPr>
          <p:spPr>
            <a:xfrm>
              <a:off x="-390240" y="620064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47" name="Google Shape;147;p16"/>
            <p:cNvSpPr/>
            <p:nvPr/>
          </p:nvSpPr>
          <p:spPr>
            <a:xfrm>
              <a:off x="-352440" y="6063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07,70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1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49" name="Google Shape;149;p16"/>
            <p:cNvCxnSpPr/>
            <p:nvPr/>
          </p:nvCxnSpPr>
          <p:spPr>
            <a:xfrm>
              <a:off x="-390240" y="6632280"/>
              <a:ext cx="333720" cy="36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50" name="Google Shape;150;p16"/>
            <p:cNvSpPr/>
            <p:nvPr/>
          </p:nvSpPr>
          <p:spPr>
            <a:xfrm>
              <a:off x="-352440" y="6495840"/>
              <a:ext cx="25668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08,90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152" name="Google Shape;152;p16"/>
            <p:cNvCxnSpPr/>
            <p:nvPr/>
          </p:nvCxnSpPr>
          <p:spPr>
            <a:xfrm flipH="1" rot="10800000">
              <a:off x="51660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53" name="Google Shape;153;p16"/>
            <p:cNvSpPr/>
            <p:nvPr/>
          </p:nvSpPr>
          <p:spPr>
            <a:xfrm rot="-5400000">
              <a:off x="31860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155" name="Google Shape;155;p16"/>
            <p:cNvCxnSpPr/>
            <p:nvPr/>
          </p:nvCxnSpPr>
          <p:spPr>
            <a:xfrm flipH="1" rot="10800000">
              <a:off x="5987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56" name="Google Shape;156;p16"/>
            <p:cNvSpPr/>
            <p:nvPr/>
          </p:nvSpPr>
          <p:spPr>
            <a:xfrm rot="-5400000">
              <a:off x="57898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6203880" y="-397080"/>
            <a:ext cx="133920" cy="333720"/>
            <a:chOff x="6203880" y="-397080"/>
            <a:chExt cx="133920" cy="333720"/>
          </a:xfrm>
        </p:grpSpPr>
        <p:cxnSp>
          <p:nvCxnSpPr>
            <p:cNvPr id="158" name="Google Shape;158;p16"/>
            <p:cNvCxnSpPr/>
            <p:nvPr/>
          </p:nvCxnSpPr>
          <p:spPr>
            <a:xfrm flipH="1" rot="10800000">
              <a:off x="620388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59" name="Google Shape;159;p16"/>
            <p:cNvSpPr/>
            <p:nvPr/>
          </p:nvSpPr>
          <p:spPr>
            <a:xfrm rot="-5400000">
              <a:off x="614268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00,30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0" name="Google Shape;160;p16"/>
          <p:cNvCxnSpPr/>
          <p:nvPr/>
        </p:nvCxnSpPr>
        <p:spPr>
          <a:xfrm flipH="1" rot="10800000">
            <a:off x="6095880" y="-397080"/>
            <a:ext cx="360" cy="33372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grpSp>
        <p:nvGrpSpPr>
          <p:cNvPr id="161" name="Google Shape;161;p16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62" name="Google Shape;162;p16"/>
            <p:cNvCxnSpPr/>
            <p:nvPr/>
          </p:nvCxnSpPr>
          <p:spPr>
            <a:xfrm flipH="1" rot="10800000">
              <a:off x="11682360" y="-397080"/>
              <a:ext cx="360" cy="33372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163" name="Google Shape;163;p16"/>
            <p:cNvSpPr/>
            <p:nvPr/>
          </p:nvSpPr>
          <p:spPr>
            <a:xfrm rot="-5400000">
              <a:off x="11484360" y="-297000"/>
              <a:ext cx="256320" cy="13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de-DE" sz="800" u="none" cap="none" strike="noStrik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15,50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6"/>
          <p:cNvSpPr/>
          <p:nvPr/>
        </p:nvSpPr>
        <p:spPr>
          <a:xfrm>
            <a:off x="10596240" y="299520"/>
            <a:ext cx="1079640" cy="411840"/>
          </a:xfrm>
          <a:custGeom>
            <a:rect b="b" l="l" r="r" t="t"/>
            <a:pathLst>
              <a:path extrusionOk="0" h="1831428" w="479701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518400" y="6634800"/>
            <a:ext cx="54694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518400" y="1631160"/>
            <a:ext cx="11157480" cy="456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62890" lvl="4" marL="22860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16"/>
          <p:cNvSpPr txBox="1"/>
          <p:nvPr>
            <p:ph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16"/>
          <p:cNvSpPr txBox="1"/>
          <p:nvPr>
            <p:ph idx="2" type="body"/>
          </p:nvPr>
        </p:nvSpPr>
        <p:spPr>
          <a:xfrm>
            <a:off x="8437320" y="301320"/>
            <a:ext cx="1079640" cy="38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0" wrap="square" tIns="45000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16"/>
          <p:cNvSpPr txBox="1"/>
          <p:nvPr>
            <p:ph idx="3" type="body"/>
          </p:nvPr>
        </p:nvSpPr>
        <p:spPr>
          <a:xfrm>
            <a:off x="518400" y="687600"/>
            <a:ext cx="684396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onets.tf.fau.de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onets.tf.fau.de/" TargetMode="External"/><Relationship Id="rId4" Type="http://schemas.openxmlformats.org/officeDocument/2006/relationships/hyperlink" Target="https://github.com/Boolean-true/CLACELL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in Bild, das Text, Geschirr enthält.&#10;&#10;Automatisch generierte Beschreibung" id="180" name="Google Shape;180;p1"/>
          <p:cNvPicPr preferRelativeResize="0"/>
          <p:nvPr/>
        </p:nvPicPr>
        <p:blipFill rotWithShape="1">
          <a:blip r:embed="rId3">
            <a:alphaModFix/>
          </a:blip>
          <a:srcRect b="11873" l="0" r="0" t="11873"/>
          <a:stretch/>
        </p:blipFill>
        <p:spPr>
          <a:xfrm>
            <a:off x="0" y="1628640"/>
            <a:ext cx="12191760" cy="52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81" name="Google Shape;181;p1"/>
          <p:cNvSpPr txBox="1"/>
          <p:nvPr>
            <p:ph idx="4294967295" type="body"/>
          </p:nvPr>
        </p:nvSpPr>
        <p:spPr>
          <a:xfrm>
            <a:off x="0" y="1628640"/>
            <a:ext cx="12191760" cy="5229000"/>
          </a:xfrm>
          <a:prstGeom prst="rect">
            <a:avLst/>
          </a:prstGeom>
          <a:gradFill>
            <a:gsLst>
              <a:gs pos="0">
                <a:srgbClr val="8C9FB1"/>
              </a:gs>
              <a:gs pos="5000">
                <a:srgbClr val="8C9FB1"/>
              </a:gs>
              <a:gs pos="50000">
                <a:srgbClr val="8C9FB1">
                  <a:alpha val="50196"/>
                </a:srgbClr>
              </a:gs>
              <a:gs pos="100000">
                <a:srgbClr val="8C9FB1">
                  <a:alpha val="2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540000" spcFirstLastPara="1" rIns="0" wrap="square" tIns="1188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1199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 txBox="1"/>
          <p:nvPr>
            <p:ph type="title"/>
          </p:nvPr>
        </p:nvSpPr>
        <p:spPr>
          <a:xfrm>
            <a:off x="520200" y="1883520"/>
            <a:ext cx="11138400" cy="103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b="1" lang="de-DE" sz="66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CLACELL: Robust cell type classifier for immune cells</a:t>
            </a:r>
            <a:endParaRPr b="1" sz="6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563400" y="4243320"/>
            <a:ext cx="7963920" cy="214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de-D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Julian Kraus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Biomedical Network Science Lab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Artificial Intelligence in Biomedical Engineering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Friedrich-Alexander-Universität Erlangen-Nürnberg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https://www.bionets.tf.fau.de 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645b3e139_0_11"/>
          <p:cNvSpPr txBox="1"/>
          <p:nvPr>
            <p:ph idx="10" type="dt"/>
          </p:nvPr>
        </p:nvSpPr>
        <p:spPr>
          <a:xfrm>
            <a:off x="10417320" y="6634800"/>
            <a:ext cx="8493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f645b3e139_0_11"/>
          <p:cNvSpPr txBox="1"/>
          <p:nvPr>
            <p:ph idx="11" type="ftr"/>
          </p:nvPr>
        </p:nvSpPr>
        <p:spPr>
          <a:xfrm>
            <a:off x="518400" y="6634800"/>
            <a:ext cx="66114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f645b3e139_0_11"/>
          <p:cNvSpPr txBox="1"/>
          <p:nvPr>
            <p:ph idx="12" type="sldNum"/>
          </p:nvPr>
        </p:nvSpPr>
        <p:spPr>
          <a:xfrm>
            <a:off x="11482200" y="6634800"/>
            <a:ext cx="1938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f645b3e139_0_11"/>
          <p:cNvSpPr txBox="1"/>
          <p:nvPr>
            <p:ph idx="4294967295" type="body"/>
          </p:nvPr>
        </p:nvSpPr>
        <p:spPr>
          <a:xfrm>
            <a:off x="518400" y="1631160"/>
            <a:ext cx="111576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-324000" lvl="0" marL="431999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 type annotation is a critical prerequ</a:t>
            </a:r>
            <a:r>
              <a:rPr lang="de-DE"/>
              <a:t>i</a:t>
            </a: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 for downstream biological insights (e.g. gene regulatory network modeling)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lnSpc>
                <a:spcPct val="110000"/>
              </a:lnSpc>
              <a:spcBef>
                <a:spcPts val="992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cell type classifiers suffer from a lack of robustness, low F1-Scores, high variance and sensitivity to gene dropout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CLACELL: a Python package designed for the robust and deterministic classification of immune cells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645b3e139_0_11"/>
          <p:cNvSpPr txBox="1"/>
          <p:nvPr>
            <p:ph idx="4294967295" type="title"/>
          </p:nvPr>
        </p:nvSpPr>
        <p:spPr>
          <a:xfrm>
            <a:off x="518400" y="301320"/>
            <a:ext cx="6843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194" name="Google Shape;194;g3f645b3e139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f645b3e139_0_11" title="CLACELL_package_pipeline_arrows.drawio.png"/>
          <p:cNvPicPr preferRelativeResize="0"/>
          <p:nvPr/>
        </p:nvPicPr>
        <p:blipFill rotWithShape="1">
          <a:blip r:embed="rId5">
            <a:alphaModFix/>
          </a:blip>
          <a:srcRect b="0" l="159" r="159" t="0"/>
          <a:stretch/>
        </p:blipFill>
        <p:spPr>
          <a:xfrm>
            <a:off x="523800" y="3726000"/>
            <a:ext cx="11363400" cy="21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" title="CLACELL_pipeline.drawio.png"/>
          <p:cNvPicPr preferRelativeResize="0"/>
          <p:nvPr/>
        </p:nvPicPr>
        <p:blipFill rotWithShape="1">
          <a:blip r:embed="rId4">
            <a:alphaModFix/>
          </a:blip>
          <a:srcRect b="0" l="50" r="50" t="0"/>
          <a:stretch/>
        </p:blipFill>
        <p:spPr>
          <a:xfrm>
            <a:off x="517253" y="2696048"/>
            <a:ext cx="11157478" cy="18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CellClassifier: Custom Ensemble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07" name="Google Shape;20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4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4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ConditionalCellClassifier: Conditional Autoencoder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17" name="Google Shape;2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" title="ConditionalAutoencoder.drawio.png"/>
          <p:cNvPicPr preferRelativeResize="0"/>
          <p:nvPr/>
        </p:nvPicPr>
        <p:blipFill rotWithShape="1">
          <a:blip r:embed="rId5">
            <a:alphaModFix/>
          </a:blip>
          <a:srcRect b="20" l="0" r="0" t="20"/>
          <a:stretch/>
        </p:blipFill>
        <p:spPr>
          <a:xfrm>
            <a:off x="3559800" y="1258933"/>
            <a:ext cx="5072400" cy="523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45b3e139_0_44"/>
          <p:cNvSpPr txBox="1"/>
          <p:nvPr>
            <p:ph idx="10" type="dt"/>
          </p:nvPr>
        </p:nvSpPr>
        <p:spPr>
          <a:xfrm>
            <a:off x="10417320" y="6634800"/>
            <a:ext cx="8493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f645b3e139_0_44"/>
          <p:cNvSpPr txBox="1"/>
          <p:nvPr>
            <p:ph idx="11" type="ftr"/>
          </p:nvPr>
        </p:nvSpPr>
        <p:spPr>
          <a:xfrm>
            <a:off x="518400" y="6634800"/>
            <a:ext cx="66114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g3f645b3e139_0_44"/>
          <p:cNvSpPr txBox="1"/>
          <p:nvPr>
            <p:ph idx="12" type="sldNum"/>
          </p:nvPr>
        </p:nvSpPr>
        <p:spPr>
          <a:xfrm>
            <a:off x="11482200" y="6634800"/>
            <a:ext cx="1938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g3f645b3e139_0_44"/>
          <p:cNvSpPr txBox="1"/>
          <p:nvPr>
            <p:ph idx="4294967295" type="title"/>
          </p:nvPr>
        </p:nvSpPr>
        <p:spPr>
          <a:xfrm>
            <a:off x="518400" y="301320"/>
            <a:ext cx="6843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In-Distribution and Out-of-Distribution Datasets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28" name="Google Shape;228;g3f645b3e139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f645b3e139_0_44" title="umap_id_vs_ood_one_legend.png"/>
          <p:cNvPicPr preferRelativeResize="0"/>
          <p:nvPr/>
        </p:nvPicPr>
        <p:blipFill rotWithShape="1">
          <a:blip r:embed="rId5">
            <a:alphaModFix/>
          </a:blip>
          <a:srcRect b="0" l="50" r="50" t="0"/>
          <a:stretch/>
        </p:blipFill>
        <p:spPr>
          <a:xfrm>
            <a:off x="981000" y="1371600"/>
            <a:ext cx="10457999" cy="517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6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6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6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40" name="Google Shape;2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6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4764600" y="1323000"/>
            <a:ext cx="5342400" cy="275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828800" y="3922200"/>
            <a:ext cx="8229600" cy="258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7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7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7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54" name="Google Shape;2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7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/>
          <p:nvPr/>
        </p:nvSpPr>
        <p:spPr>
          <a:xfrm>
            <a:off x="7171200" y="1359000"/>
            <a:ext cx="2971800" cy="275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828800" y="3922200"/>
            <a:ext cx="8229600" cy="258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8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8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8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68" name="Google Shape;2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8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1828800" y="3922200"/>
            <a:ext cx="8229600" cy="258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9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9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9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81" name="Google Shape;2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9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4716000" y="3922200"/>
            <a:ext cx="5486400" cy="258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0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0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0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>
            <p:ph idx="4294967295" type="body"/>
          </p:nvPr>
        </p:nvSpPr>
        <p:spPr>
          <a:xfrm>
            <a:off x="517680" y="687240"/>
            <a:ext cx="684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94" name="Google Shape;2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0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/>
          <p:nvPr/>
        </p:nvSpPr>
        <p:spPr>
          <a:xfrm>
            <a:off x="7158600" y="3922200"/>
            <a:ext cx="3115800" cy="258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45b3e139_0_22"/>
          <p:cNvSpPr txBox="1"/>
          <p:nvPr>
            <p:ph idx="10" type="dt"/>
          </p:nvPr>
        </p:nvSpPr>
        <p:spPr>
          <a:xfrm>
            <a:off x="10417320" y="6634800"/>
            <a:ext cx="8493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g3f645b3e139_0_22"/>
          <p:cNvSpPr txBox="1"/>
          <p:nvPr>
            <p:ph idx="11" type="ftr"/>
          </p:nvPr>
        </p:nvSpPr>
        <p:spPr>
          <a:xfrm>
            <a:off x="518400" y="6634800"/>
            <a:ext cx="66114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f645b3e139_0_22"/>
          <p:cNvSpPr txBox="1"/>
          <p:nvPr>
            <p:ph idx="12" type="sldNum"/>
          </p:nvPr>
        </p:nvSpPr>
        <p:spPr>
          <a:xfrm>
            <a:off x="11482200" y="6634800"/>
            <a:ext cx="1938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f645b3e139_0_22"/>
          <p:cNvSpPr txBox="1"/>
          <p:nvPr>
            <p:ph idx="4294967295" type="title"/>
          </p:nvPr>
        </p:nvSpPr>
        <p:spPr>
          <a:xfrm>
            <a:off x="518400" y="301320"/>
            <a:ext cx="6843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645b3e139_0_22"/>
          <p:cNvSpPr txBox="1"/>
          <p:nvPr>
            <p:ph idx="4294967295" type="body"/>
          </p:nvPr>
        </p:nvSpPr>
        <p:spPr>
          <a:xfrm>
            <a:off x="517680" y="687240"/>
            <a:ext cx="6845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Overall Comparison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07" name="Google Shape;307;g3f645b3e139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f645b3e139_0_22" title="reference_table_metrics_box_plot.png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2129400" y="1311120"/>
            <a:ext cx="7620480" cy="5282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45b3e139_0_33"/>
          <p:cNvSpPr txBox="1"/>
          <p:nvPr>
            <p:ph idx="10" type="dt"/>
          </p:nvPr>
        </p:nvSpPr>
        <p:spPr>
          <a:xfrm>
            <a:off x="10417320" y="6634800"/>
            <a:ext cx="8493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3f645b3e139_0_33"/>
          <p:cNvSpPr txBox="1"/>
          <p:nvPr>
            <p:ph idx="11" type="ftr"/>
          </p:nvPr>
        </p:nvSpPr>
        <p:spPr>
          <a:xfrm>
            <a:off x="518400" y="6634800"/>
            <a:ext cx="66114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g3f645b3e139_0_33"/>
          <p:cNvSpPr txBox="1"/>
          <p:nvPr>
            <p:ph idx="12" type="sldNum"/>
          </p:nvPr>
        </p:nvSpPr>
        <p:spPr>
          <a:xfrm>
            <a:off x="11482200" y="6634800"/>
            <a:ext cx="1938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g3f645b3e139_0_33"/>
          <p:cNvSpPr txBox="1"/>
          <p:nvPr>
            <p:ph idx="4294967295" type="title"/>
          </p:nvPr>
        </p:nvSpPr>
        <p:spPr>
          <a:xfrm>
            <a:off x="518400" y="301320"/>
            <a:ext cx="6843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645b3e139_0_33"/>
          <p:cNvSpPr txBox="1"/>
          <p:nvPr>
            <p:ph idx="4294967295" type="body"/>
          </p:nvPr>
        </p:nvSpPr>
        <p:spPr>
          <a:xfrm>
            <a:off x="517680" y="687240"/>
            <a:ext cx="6845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Feature Importance Dropout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19" name="Google Shape;319;g3f645b3e139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f645b3e139_0_33" title="reference_robustness_comparison_side_by_side.png"/>
          <p:cNvPicPr preferRelativeResize="0"/>
          <p:nvPr/>
        </p:nvPicPr>
        <p:blipFill rotWithShape="1">
          <a:blip r:embed="rId5">
            <a:alphaModFix/>
          </a:blip>
          <a:srcRect b="0" l="50" r="60" t="0"/>
          <a:stretch/>
        </p:blipFill>
        <p:spPr>
          <a:xfrm>
            <a:off x="495300" y="1718432"/>
            <a:ext cx="11201398" cy="413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 txBox="1"/>
          <p:nvPr>
            <p:ph idx="10" type="dt"/>
          </p:nvPr>
        </p:nvSpPr>
        <p:spPr>
          <a:xfrm>
            <a:off x="10417320" y="6634800"/>
            <a:ext cx="84924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August 2026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3"/>
          <p:cNvSpPr txBox="1"/>
          <p:nvPr>
            <p:ph idx="11" type="ftr"/>
          </p:nvPr>
        </p:nvSpPr>
        <p:spPr>
          <a:xfrm>
            <a:off x="518400" y="6634800"/>
            <a:ext cx="661140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Julian Kraus, Biomedical Network Science Lab, Department AIBE, FAU Erlangen-Nürnberg, </a:t>
            </a:r>
            <a:r>
              <a:rPr b="0" lang="de-DE" sz="8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https://bionets.tf.fau.de</a:t>
            </a:r>
            <a:r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13"/>
          <p:cNvSpPr txBox="1"/>
          <p:nvPr>
            <p:ph idx="12" type="sldNum"/>
          </p:nvPr>
        </p:nvSpPr>
        <p:spPr>
          <a:xfrm>
            <a:off x="11482200" y="6634800"/>
            <a:ext cx="193680" cy="1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lang="de-DE" sz="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3"/>
          <p:cNvSpPr txBox="1"/>
          <p:nvPr>
            <p:ph idx="4294967295" type="body"/>
          </p:nvPr>
        </p:nvSpPr>
        <p:spPr>
          <a:xfrm>
            <a:off x="518400" y="1631160"/>
            <a:ext cx="11368800" cy="45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0" wrap="square" tIns="0">
            <a:noAutofit/>
          </a:bodyPr>
          <a:lstStyle/>
          <a:p>
            <a:pPr indent="-324000" lvl="0" marL="432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</a:t>
            </a:r>
            <a:r>
              <a:rPr lang="de-DE"/>
              <a:t>p</a:t>
            </a: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ackage for the robust and deterministic annotation of immune cells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CellClassifier offers a lower standard deviation, while ConditionalCellClassifier generalizes slightly better on out-of-distribution data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Work: 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</a:pPr>
            <a:r>
              <a:rPr lang="de-DE"/>
              <a:t>C</a:t>
            </a: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lassify more fine-grained cell types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</a:pPr>
            <a:r>
              <a:rPr lang="de-DE"/>
              <a:t>E</a:t>
            </a: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valuate </a:t>
            </a:r>
            <a:r>
              <a:rPr lang="de-DE"/>
              <a:t>p</a:t>
            </a: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ackage on spatial data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Code: </a:t>
            </a:r>
            <a:r>
              <a:rPr b="0" i="0" lang="de-DE" sz="1600" u="sng" cap="none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https://github.com/Boolean-true/CLACELL</a:t>
            </a:r>
            <a:endParaRPr b="0" i="0" sz="16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>
            <p:ph idx="4294967295" type="title"/>
          </p:nvPr>
        </p:nvSpPr>
        <p:spPr>
          <a:xfrm>
            <a:off x="518400" y="301320"/>
            <a:ext cx="6843960" cy="3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2400"/>
              <a:buFont typeface="Arial"/>
              <a:buNone/>
            </a:pPr>
            <a:r>
              <a:rPr b="1" i="0" lang="de-DE" sz="2400" u="none" cap="none" strike="noStrike">
                <a:solidFill>
                  <a:srgbClr val="041E42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2400" u="none" cap="none" strike="noStrike">
              <a:solidFill>
                <a:srgbClr val="041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31" name="Google Shape;3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6920" y="266400"/>
            <a:ext cx="1059120" cy="44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2021-11-18T07:49:57Z</dcterms:created>
  <dc:creator>Julia Gutschmidt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  <property fmtid="{D5CDD505-2E9C-101B-9397-08002B2CF9AE}" pid="3" name="Notes">
    <vt:r8>2.0</vt:r8>
  </property>
  <property fmtid="{D5CDD505-2E9C-101B-9397-08002B2CF9AE}" pid="4" name="PresentationFormat">
    <vt:lpwstr>Widescreen</vt:lpwstr>
  </property>
  <property fmtid="{D5CDD505-2E9C-101B-9397-08002B2CF9AE}" pid="5" name="Slides">
    <vt:r8>4.0</vt:r8>
  </property>
</Properties>
</file>